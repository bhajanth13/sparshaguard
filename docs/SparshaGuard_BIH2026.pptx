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Demo" Type="http://schemas.openxmlformats.org/officeDocument/2006/relationships/image" Target="../media/demo_watch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Problem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Every personal safety alert today (SOS apps, panic buttons) needs the victim to act first.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An attack rarely allows that.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No wearable raises an alarm on its own when another person touches 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walking alone at night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Commuters in crowded buses and metros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riding cabs and autos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The families waiting for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224028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6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SOS apps and panic buttons need a deliberate action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Fall and heart-rate alerts on wearables can't tell a stranger's grab from daily movement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22402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0" y="416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Crimes against women registered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54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0800" y="4540000"/>
            <a:ext cx="1442803" cy="230000"/>
          </a:xfrm>
          <a:prstGeom prst="rect">
            <a:avLst/>
          </a:prstGeom>
          <a:solidFill>
            <a:srgbClr val="9A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603" y="45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4,28,278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0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20800" y="4900000"/>
            <a:ext cx="1500000" cy="23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0800" y="49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4,45,256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29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+4 % in one year: about 51 every hour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00800" y="4120000"/>
            <a:ext cx="22292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5B2278"/>
                </a:solidFill>
                <a:latin typeface="Aptos"/>
              </a:rPr>
              <a:t>18.7 %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0800" y="4600000"/>
            <a:ext cx="22292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2B39"/>
                </a:solidFill>
                <a:latin typeface="Aptos"/>
              </a:rPr>
              <a:t>were assaults on a woman's modesty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00800" y="5160000"/>
            <a:ext cx="2229200" cy="2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0800" y="5160000"/>
            <a:ext cx="416860" cy="20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0800" y="5390000"/>
            <a:ext cx="22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share of all 4,45,256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720000"/>
            <a:ext cx="50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Source: NCRB, Crime in India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194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5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Touch-detecting smartwatch: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senses another person's touch on her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Normal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an everyday watch; touches raise no alarm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Guard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 stranger's grab or a struggle starts a 15 s PIN countdown; mic on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Real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cancels the alert and deletes the recording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Duress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shows "Cancelled" but alerts her contact silently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SMS + GPS + voice recording sent, 112 called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2194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6634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6634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6634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60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125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Low-cost parts, battery-powered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Every decision made on the watch itself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Each value traced to a published source (60 logged)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Physics cross-checked by two solvers (ngspice, FastCap)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276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42976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1847088"/>
            <a:ext cx="2930240" cy="4097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01 · Digital twin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Real firmware, simulated body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Sweep, static, motion, heart rate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Try grabs, struggle, PIN, duress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02 · Validated physics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published sources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Checked: SPICE, FastCap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70 % of grabs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99 % of struggles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prompts in 9 hours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Try it</a:t>
            </a:r>
          </a:p>
          <a:p>
            <a:pPr>
              <a:buNone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bhajanth13.github.io/SparshaGuard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1800" y="1737360"/>
            <a:ext cx="3276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61800" y="1737360"/>
            <a:ext cx="68580" cy="42976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4680" y="1847088"/>
            <a:ext cx="2930240" cy="4097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What the screenshot shows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Moment: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 stranger's wrist grab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Watch: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PIN prompt, mic on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Signal: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0.1 % → 16 %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Dashed line: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0.3 % touch level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Static: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"another body" jump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Orange ticks: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arm jerks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No PIN in 15 s: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 sent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7800" y="1737360"/>
            <a:ext cx="388364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20680" y="1797360"/>
            <a:ext cx="351788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SCREENSHOT · DIGITAL TWIN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pic>
        <p:nvPicPr>
          <p:cNvPr id="26" name="Demo screenshot" descr="s5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6491" y="2067360"/>
            <a:ext cx="3606258" cy="374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286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Effective: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70 % of grabs caught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Usable: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hands-free, PIN to cancel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Efficient: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all on-watch, on battery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Reliable: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alarms in 9 h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Trustworthy: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cited sources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2286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Battery-powered; all decisions on the watch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Alerts over 4G LTE Cat-1 (2G is being shut down)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22860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Women commuters: bus, metro, cab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Students, night-shift workers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Families wanting peace of mind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Edge: no SOS button to press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343400"/>
            <a:ext cx="53492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343400"/>
            <a:ext cx="68580" cy="16459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445312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81888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Simulated, not yet measured on hardware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Static charge on Indian floors and struggle thresholds are estimates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 grab that only holds, away from the wrist, can be missed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343400"/>
            <a:ext cx="53492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4343400"/>
            <a:ext cx="68580" cy="16459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45312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81888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Gate 1 battery prototype measures body voltages and staged struggles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The wrist sensor still catches wrist grabs on its own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The PIN settles friendly touches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and ≥ 60 % anywhere on hardware · &lt; 1 unwanted prompt a day · alert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