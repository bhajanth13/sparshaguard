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Demo" Type="http://schemas.openxmlformats.org/officeDocument/2006/relationships/image" Target="../media/demo_watch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498079" cy="7315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4200" b="1">
                <a:solidFill>
                  <a:srgbClr val="191B5C"/>
                </a:solidFill>
                <a:latin typeface="Aptos"/>
              </a:rPr>
              <a:t>BHARATH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969264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3000" b="1">
                <a:solidFill>
                  <a:srgbClr val="5B2278"/>
                </a:solidFill>
                <a:latin typeface="Aptos"/>
              </a:rPr>
              <a:t>INNOVATE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063240"/>
            <a:ext cx="768096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1">
                <a:solidFill>
                  <a:srgbClr val="696775"/>
                </a:solidFill>
                <a:latin typeface="Aptos"/>
              </a:rPr>
              <a:t>BIH2026  |  PROJECT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675887"/>
            <a:ext cx="6949440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3977639"/>
            <a:ext cx="768096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300" b="1">
                <a:solidFill>
                  <a:srgbClr val="191B5C"/>
                </a:solidFill>
                <a:latin typeface="Aptos"/>
              </a:rPr>
              <a:t>SparshaGuard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75895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0">
                <a:solidFill>
                  <a:srgbClr val="696775"/>
                </a:solidFill>
                <a:latin typeface="Aptos"/>
              </a:rPr>
              <a:t>A safety smartwatch where a stranger's touch raises the alarm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514600" cy="306324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847088"/>
            <a:ext cx="21031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5B2278"/>
                </a:solidFill>
                <a:latin typeface="Aptos"/>
              </a:rPr>
              <a:t>TEAM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95728"/>
            <a:ext cx="210312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700" b="1">
                <a:solidFill>
                  <a:srgbClr val="191B5C"/>
                </a:solidFill>
                <a:latin typeface="Aptos"/>
              </a:rPr>
              <a:t>Team Sparsha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2944368"/>
            <a:ext cx="2103120" cy="6400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0">
                <a:solidFill>
                  <a:srgbClr val="2D2B39"/>
                </a:solidFill>
                <a:latin typeface="Aptos"/>
              </a:rPr>
              <a:t>RV University, Bengaluru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384048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Mentor: Dr. Shruthi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694944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EMATIX  •  Connecting Today, Tomorrow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446520"/>
            <a:ext cx="31546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23FA03-9B86-7AA0-E5ED-DDCB2A4E20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310896"/>
            <a:ext cx="3038168" cy="969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In an attack there is rarely time to find a phone, unlock it and press SOS. Almost every safety app needs the victim to act first.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68580" cy="169164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Who is affected?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Women walking alone at night, commuting in crowded buses and metros, or riding cabs and autos, and the families waiting for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68580" cy="169164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Current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7880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SOS apps and panic buttons need a deliberate action. Fall and heart-rate alerts on wearables can't tell a stranger's grab from daily movement.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70332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7880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NCRB, Crime in India 2022: 4,45,256 crimes against women registered, up 4 % on 2021; 18.7 % were assaults on a woman's modesty.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42AFD82-37DE-0EEE-E049-DC9F97B9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67665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8288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64465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Solution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6446520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600" b="0">
                <a:solidFill>
                  <a:srgbClr val="2D2B39"/>
                </a:solidFill>
                <a:latin typeface="Aptos"/>
              </a:rPr>
              <a:t>A smartwatch that feels another person's touch. In Guard Mode, a stranger's grab at the wrist, or anywhere on her body when he pulls her, starts a 15 s PIN countdown. No PIN sends SMS + GPS, calls 112 and records audio.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9319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68580" cy="18288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1847088"/>
            <a:ext cx="36118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Key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212848"/>
            <a:ext cx="3611879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Two bodies share static charge the instant they touch. The watch feels that jump, so her own hand, a metal pole or a phone never count as a person.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77639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KEY BENEFITS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" cy="1051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01  Hands-free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No phone, no button: she only acts to cancel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4434840"/>
            <a:ext cx="68580" cy="10515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02  Discreet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A duress PIN looks like a normal cancel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4434840"/>
            <a:ext cx="68580" cy="1051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03 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Physics from 58 sources, checked with SPICE + FastCap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8CDA1B1-793F-FBFC-429B-CC538C33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24464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Architecture &amp;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64208"/>
            <a:ext cx="274320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300" b="1">
                <a:solidFill>
                  <a:srgbClr val="5B2278"/>
                </a:solidFill>
                <a:latin typeface="Aptos"/>
              </a:rPr>
              <a:t>SYSTEM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Sweep + body static +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Another body, held or pulling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5624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PIN · duress · strap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3660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SMS + GPS · call 112 · audio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Technology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Sensing: </a:t>
            </a:r>
            <a:r>
              <a:rPr sz="1400" b="0">
                <a:solidFill>
                  <a:srgbClr val="2D2B39"/>
                </a:solidFill>
                <a:latin typeface="Aptos"/>
              </a:rPr>
              <a:t>Touché sweep + static channel, ESP32, ADS1115, accelerometer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Model: </a:t>
            </a:r>
            <a:r>
              <a:rPr sz="1400" b="0">
                <a:solidFill>
                  <a:srgbClr val="2D2B39"/>
                </a:solidFill>
                <a:latin typeface="Aptos"/>
              </a:rPr>
              <a:t>Python (NumPy, SciPy), SVM, random forest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Checks: </a:t>
            </a:r>
            <a:r>
              <a:rPr sz="1400" b="0">
                <a:solidFill>
                  <a:srgbClr val="2D2B39"/>
                </a:solidFill>
                <a:latin typeface="Aptos"/>
              </a:rPr>
              <a:t xml:space="preserve">ngspice, MIT FastCap  ·  </a:t>
            </a:r>
            <a:r>
              <a:rPr sz="1400" b="1">
                <a:solidFill>
                  <a:srgbClr val="2D2B39"/>
                </a:solidFill>
                <a:latin typeface="Aptos"/>
              </a:rPr>
              <a:t xml:space="preserve">Demo: </a:t>
            </a:r>
            <a:r>
              <a:rPr sz="1400" b="0">
                <a:solidFill>
                  <a:srgbClr val="2D2B39"/>
                </a:solidFill>
                <a:latin typeface="Aptos"/>
              </a:rPr>
              <a:t>HTML / JS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79476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Why these technologies?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Low-cost parts, battery-powered, every decision on the watch. Each value is traced to a published source (58 logged), and two independent solvers confirm the physics.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8E86637-C615-FC3B-0E6F-0AA6FAA4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Prototype &amp;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68580" cy="34290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Digital-twin demo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The watch's own firmware runs on a simulated sensor: frequency sweeps, body static at 500 Hz and an accelerometer, with drift and noise.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Guided story and try-it mode: grabs anywhere, PIN, duress, strap removal.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89120" y="1737360"/>
            <a:ext cx="68580" cy="34290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Validated physics model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Values from 58 published sources. Solver matches SPICE to 0.0001 %; 3D field matches MIT FastCap within 1 %.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71 % of grabs caught over 7 body places (13 % before); 1 unwanted PIN prompt in 9 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920240"/>
            <a:ext cx="29718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SCREENSHOT / DEMO</a:t>
            </a:r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0" name="Demo screenshot" descr="SparshaGuard digital-twin demo: a shoulder grab. The sweep stays near 0.1 %, but the static voltage on her body jumps when another body touches her, arm jerks follow, and the watch asks for the PIN"/>
          <p:cNvPicPr>
            <a:picLocks noChangeAspect="1"/>
          </p:cNvPicPr>
          <p:nvPr/>
        </p:nvPicPr>
        <p:blipFill>
          <a:blip r:embed="rIdDemo"/>
          <a:stretch>
            <a:fillRect/>
          </a:stretch>
        </p:blipFill>
        <p:spPr>
          <a:xfrm>
            <a:off x="8503919" y="2331720"/>
            <a:ext cx="2606040" cy="2352254"/>
          </a:xfrm>
          <a:prstGeom prst="rect">
            <a:avLst/>
          </a:prstGeom>
          <a:ln w="9525">
            <a:solidFill>
              <a:srgbClr val="DDDB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731520" y="5532120"/>
            <a:ext cx="107899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5B2278"/>
                </a:solidFill>
                <a:latin typeface="Aptos"/>
              </a:rPr>
              <a:t xml:space="preserve">Live demo + explorer: </a:t>
            </a:r>
            <a:r>
              <a:rPr sz="1400" b="0">
                <a:solidFill>
                  <a:srgbClr val="5B2278"/>
                </a:solidFill>
                <a:latin typeface="Aptos"/>
              </a:rPr>
              <a:t>bhajanth13.github.io/SparshaGuard</a:t>
            </a:r>
            <a:r>
              <a:rPr sz="1400" b="1">
                <a:solidFill>
                  <a:srgbClr val="5B2278"/>
                </a:solidFill>
                <a:latin typeface="Aptos"/>
              </a:rPr>
              <a:t xml:space="preserve">    Code: </a:t>
            </a:r>
            <a:r>
              <a:rPr sz="1400" b="0">
                <a:solidFill>
                  <a:srgbClr val="5B2278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3CD1D4-3436-94EE-3465-AD79359F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Feasibility &amp; 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002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Off-the-shelf parts: ESP32, LC tank, steel electrode, ADS1115, accelerometer. Detection logic is written and tested.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6002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Operational viability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Battery-powered; all decisions on the watch. Alerts over 4G LTE Cat-1, since 2G is being shut down.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6002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Market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Women commuters, students, night-shift workers and their families. Unlike SOS apps, she needs no action.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370332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Main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Simulated, not yet measured. Static charge on Indian floors is unknown; if both bodies sit at the same voltage, or a grab only holds, it can be missed.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370332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Mitigation / 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A battery prototype (Gate 1) measures body voltages and grab motion. The wrist sweep still catches wrist grabs; the PIN handles friendly touches.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8273AC-FA8D-BB98-BE39-D900A13B4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Impact, Business Model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Help is called even when she can't reach her phone. Live location and audio give family and police something to act 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Watch sold to individuals; bulk plans for colleges, hostels and employers; optional alert-service subscription.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7373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Success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≥ 90 % of wrist grabs and ≥ 60 % anywhere on hardware · &lt; 1 unwanted prompt a day · alert within 20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36576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FUTURE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Validated model + digital twin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Battery prototype, field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LATER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Audio confirm, college pilot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D92271-3D80-F7C7-038D-2F0283A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Team &amp; Responsibilities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Bhajanth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Sukruth A Chinnur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68580" cy="11887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Mentor / institution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Dr. Shruthi P, Faculty Mentor</a:t>
            </a:r>
          </a:p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RV University, Bengaluru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4160520"/>
            <a:ext cx="68580" cy="11887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Execution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Proposal → sourced physics → SPICE and FastCap checks → digital twin → static-charge fusion → Gate 1 prototype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EE4E774-0996-A8C0-7234-569673F7F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4200" b="1">
                <a:solidFill>
                  <a:srgbClr val="191B5C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300" b="1">
                <a:solidFill>
                  <a:srgbClr val="5B2278"/>
                </a:solidFill>
                <a:latin typeface="Aptos"/>
              </a:rPr>
              <a:t>SparshaGuard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600" b="0">
                <a:solidFill>
                  <a:srgbClr val="696775"/>
                </a:solidFill>
                <a:latin typeface="Aptos"/>
              </a:rPr>
              <a:t>Questions • Feedback • Collaboration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60520"/>
            <a:ext cx="6720840" cy="82296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361688"/>
            <a:ext cx="63550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Live: bhajanth13.github.io/SparshaGuard</a:t>
            </a:r>
          </a:p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Code: github.com/Bhajanth13/SparshaGuard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BHARATH INNOVATE HACKATHON 2026  •  INNOVATE | BUILD | SOLVE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D285F2-FA50-7D9A-0841-712837BD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622</Words>
  <Application>Microsoft Office PowerPoint</Application>
  <PresentationFormat>Widescreen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BIH2026 Simple Presentation Template with EMATIX Logo</dc:title>
  <dc:subject>Simple, clean, editable hackathon project presentation</dc:subject>
  <dc:creator>EMATIX Embedded &amp; Software Solutions Pvt. Ltd.</dc:creator>
  <cp:keywords/>
  <dc:description>generated using python-pptx</dc:description>
  <cp:lastModifiedBy>Saran .S</cp:lastModifiedBy>
  <cp:revision>2</cp:revision>
  <dcterms:created xsi:type="dcterms:W3CDTF">2013-01-27T09:14:16Z</dcterms:created>
  <dcterms:modified xsi:type="dcterms:W3CDTF">2026-10-13T04:11:04Z</dcterms:modified>
  <cp:category/>
</cp:coreProperties>
</file>