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Demo" Type="http://schemas.openxmlformats.org/officeDocument/2006/relationships/image" Target="../media/demo_watch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In an attack there is rarely time to find a phone, unlock it and press SOS. Almost every safety app needs the victim to act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Women walking alone at night, commuting in crowded buses and metros, or riding cabs and autos, and the families waiting for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169164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SOS apps and panic buttons need a deliberate action. Fall and heart-rate alerts on wearables can't tell a stranger's grab from daily movement.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7880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NCRB, Crime in India 2022: 4,45,256 crimes against women registered, up 4 % on 2021; 18.7 % were assaults on a woman's modesty.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8288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600" b="0">
                <a:solidFill>
                  <a:srgbClr val="2D2B39"/>
                </a:solidFill>
                <a:latin typeface="Aptos"/>
              </a:rPr>
              <a:t>A smartwatch that feels another person's touch. In Guard Mode, a stranger's grab, or her struggling to get free, starts a 15 s PIN countdown and turns the mic on. No PIN sends SMS, GPS and the voice recording, and calls 112.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18288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776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4348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4348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4348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5445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9103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58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Touch, static, motion, 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pulling or struggle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· GPS · voice · 112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sweep, static channel, accelerometer, gyroscope, heart rate, mic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Low-cost parts, battery-powered, every decision on the watch. Each value is traced to a published source (58 logged), and two independent solvers confirm the physics.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3429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Digital-twin demo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The watch's own firmware runs on a simulated sensor: frequency sweeps, body static at 500 Hz, accelerometer, gyroscope and heart rate.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Guided story and try-it mode: grabs, struggle, running, PIN, duress, strap removal.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89120" y="1737360"/>
            <a:ext cx="68580" cy="3429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1847088"/>
            <a:ext cx="31089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Feature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12848"/>
            <a:ext cx="3108960" cy="28620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1">
                <a:solidFill>
                  <a:srgbClr val="2D2B39"/>
                </a:solidFill>
                <a:latin typeface="Aptos"/>
              </a:rPr>
              <a:t>Validated physics model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Values from 58 published sources. Solver matches SPICE to 0.0001 %; 3D field matches MIT FastCap within 1 %.</a:t>
            </a:r>
          </a:p>
          <a:p>
            <a:pPr algn="l"/>
            <a:endParaRPr sz="1500"/>
          </a:p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70 % of grabs over 7 body places (13 % before), 99 % of struggles; 0–1 unwanted prompts in 9 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737360"/>
            <a:ext cx="3429000" cy="3429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920240"/>
            <a:ext cx="29718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SCREENSHOT / DEMO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90" name="Demo screenshot" descr="SparshaGuard digital-twin demo: a shoulder grab. The sweep stays near 0.1 %, but the static voltage on her body jumps when another body touches her, arm jerks follow, and the watch asks for the PIN"/>
          <p:cNvPicPr>
            <a:picLocks noChangeAspect="1"/>
          </p:cNvPicPr>
          <p:nvPr/>
        </p:nvPicPr>
        <p:blipFill>
          <a:blip r:embed="rIdDemo"/>
          <a:stretch>
            <a:fillRect/>
          </a:stretch>
        </p:blipFill>
        <p:spPr>
          <a:xfrm>
            <a:off x="8503919" y="2331720"/>
            <a:ext cx="2606040" cy="2352254"/>
          </a:xfrm>
          <a:prstGeom prst="rect">
            <a:avLst/>
          </a:prstGeom>
          <a:ln w="9525">
            <a:solidFill>
              <a:srgbClr val="DDDBE4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731520" y="5532120"/>
            <a:ext cx="107899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5B2278"/>
                </a:solidFill>
                <a:latin typeface="Aptos"/>
              </a:rPr>
              <a:t xml:space="preserve">Live demo + explorer: </a:t>
            </a:r>
            <a:r>
              <a:rPr sz="1400" b="0">
                <a:solidFill>
                  <a:srgbClr val="5B2278"/>
                </a:solidFill>
                <a:latin typeface="Aptos"/>
              </a:rPr>
              <a:t>bhajanth13.github.io/SparshaGuard</a:t>
            </a:r>
            <a:r>
              <a:rPr sz="1400" b="1">
                <a:solidFill>
                  <a:srgbClr val="5B2278"/>
                </a:solidFill>
                <a:latin typeface="Aptos"/>
              </a:rPr>
              <a:t xml:space="preserve">    Code: </a:t>
            </a:r>
            <a:r>
              <a:rPr sz="1400" b="0">
                <a:solidFill>
                  <a:srgbClr val="5B2278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002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Off-the-shelf parts: ESP32, LC tank, electrode, ADS1115, motion sensor, heart-rate sensor, mic. Detection logic is written and tested.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6002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Battery-powered; all decisions on the watch. Alerts over 4G LTE Cat-1, since 2G is being shut down.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6002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03327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Women commuters, students, night-shift workers and their families. Unlike SOS apps, she needs no action.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3703320"/>
            <a:ext cx="68580" cy="15544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Simulated, not yet measured. Static charge on Indian floors and struggle-motion thresholds are estimates; a grab that only holds can be missed.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03320"/>
            <a:ext cx="534924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3703320"/>
            <a:ext cx="68580" cy="15544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7880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A battery prototype (Gate 1) measures body voltages and staged-struggle motion. The wrist sweep still catches wrist grabs; the PIN handles friendly touches.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Help is called even when she can't reach her phone. Live location and audio give family and police something to act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Watch sold to individuals; bulk plans for colleges, hostels and employers; optional alert-service subscription.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17373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1704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0">
                <a:solidFill>
                  <a:srgbClr val="2D2B39"/>
                </a:solidFill>
                <a:latin typeface="Aptos"/>
              </a:rPr>
              <a:t>≥ 90 % of wrist grabs and ≥ 60 % anywhere on hardware · &lt; 1 unwanted prompt a day · alert within 20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776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4805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45902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