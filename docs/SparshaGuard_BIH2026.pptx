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Demo" Type="http://schemas.openxmlformats.org/officeDocument/2006/relationships/image" Target="../media/demo_watch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In an attack there is rarely time to find a phone, unlock it and press SOS. Almost every safety app needs the victim to act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grab, or her struggling to get free, starts a 15 s PIN countdown and turns the mic on. No PIN sends SMS, GPS and the voice recording, and calls 112.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58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(58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Hz, accelerometer, gyroscope and heart rate.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grabs, struggle, running,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58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70 % of grabs over 7 body places (13 % before), 99 % of struggles; 0–1 unwanted prompts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