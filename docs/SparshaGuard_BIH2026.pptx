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194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5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Touch-detecting smartwatch: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senses another person's touch on her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Normal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an everyday watch; touches raise no alarm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Guard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 stranger's grab or a struggle starts a 15 s PIN countdown; mic on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Real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cancels the alert and deletes the recording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Duress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shows "Cancelled" but alerts her contact silently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SMS + GPS + voice recording sent, 112 called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2194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6634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6634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125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Low-cost parts, battery-powered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Every decision made on the watch itself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Each value traced to a published source (60 logged)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Physics cross-checked by two solvers (ngspice, FastCap)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42976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01 · Digital twin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Real firmware, simulated body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Sweep, static, motion, heart rate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Try grabs, struggle, PIN, duress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02 · Validated physics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published sources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Checked: SPICE, FastCap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70 % of grabs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99 % of struggles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prompts in 9 hours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Try it</a:t>
            </a:r>
          </a:p>
          <a:p>
            <a:pPr>
              <a:buNone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bhajanth13.github.io/SparshaGuard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1800" y="1737360"/>
            <a:ext cx="35798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1800" y="1737360"/>
            <a:ext cx="68580" cy="42976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941620" y="1737360"/>
            <a:ext cx="35798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44680" y="1797360"/>
            <a:ext cx="32140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DETECTED · A STRANGER'S GRAB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4500" y="1797360"/>
            <a:ext cx="32140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IGNORED · HER OWN HAND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pic>
        <p:nvPicPr>
          <p:cNvPr id="26" name="Demo screenshot" descr="s5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800" y="2067360"/>
            <a:ext cx="3339820" cy="3470793"/>
          </a:xfrm>
          <a:prstGeom prst="rect">
            <a:avLst/>
          </a:prstGeom>
        </p:spPr>
      </p:pic>
      <p:pic>
        <p:nvPicPr>
          <p:cNvPr id="27" name="Demo screenshot" descr="self_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1620" y="2067360"/>
            <a:ext cx="3339820" cy="34707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286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Effective: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70 % of grabs caught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Usable: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hands-free, PIN to cancel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Efficient: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all on-watch, on battery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Reliable: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alarms in 9 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Trustworthy: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cited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286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Battery-powered; all decisions on the watch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Alerts over 4G LTE Cat-1 (2G is being shut down)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2860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Women commuters: bus, metro, cab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Students, night-shift workers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Families wanting peace of mind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Edge: no SOS button to press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343400"/>
            <a:ext cx="68580" cy="16459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Simulated, not yet measured on hardware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Static charge on Indian floors and struggle thresholds are estimates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grab that only holds, away from the wrist, can be missed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4343400"/>
            <a:ext cx="68580" cy="16459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Gate 1 battery prototype measures body voltages and staged struggles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wrist sensor still catches wrist grabs on its own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PIN settles friendly touches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5603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Help is called even when she can't reach her phone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Family and police get her live location and a voice recording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Forced to cancel? The duress PIN still alerts silently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5603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Watch sold to individuals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Bulk plans for colleges, hostels and employers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Alert-service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56032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348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2170000"/>
            <a:ext cx="32004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Bar = today's simulation   </a:t>
            </a:r>
            <a:r>
              <a:rPr sz="1100" b="1">
                <a:solidFill>
                  <a:srgbClr val="5B2278"/>
                </a:solidFill>
                <a:latin typeface="Aptos"/>
              </a:rPr>
              <a:t>|</a:t>
            </a:r>
            <a:r>
              <a:rPr sz="1000" b="0">
                <a:solidFill>
                  <a:srgbClr val="6B6A78"/>
                </a:solidFill>
                <a:latin typeface="Aptos"/>
              </a:rPr>
              <a:t> = Gate 1 goal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43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Wrist grabs caught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000" y="243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99 %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90 %)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267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2675000"/>
            <a:ext cx="3168396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095960" y="263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87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Grabs anywhere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000" y="287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70 %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60 %)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11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3115000"/>
            <a:ext cx="2240280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35840" y="307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3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Unwanted prompts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0000" y="33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0–1 in 9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5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&lt; 1 a 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7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Alert sent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0000" y="37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after the 15 s PIN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9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≤ 20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