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walking alone at night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Commuters in crowded buses and metros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riding cabs and autos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The families waiting for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224028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6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SOS apps and panic buttons need a deliberate action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Fall and heart-rate alerts on wearables can't tell a stranger's grab from daily movement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22402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0" y="416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Crimes against women 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4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0800" y="4540000"/>
            <a:ext cx="1442803" cy="230000"/>
          </a:xfrm>
          <a:prstGeom prst="rect">
            <a:avLst/>
          </a:prstGeom>
          <a:solidFill>
            <a:srgbClr val="9A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603" y="45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4,28,278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0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0800" y="4900000"/>
            <a:ext cx="1500000" cy="23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0800" y="49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4,45,256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9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+4 % in one year: about 51 every 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0800" y="4120000"/>
            <a:ext cx="22292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5B2278"/>
                </a:solidFill>
                <a:latin typeface="Aptos"/>
              </a:rPr>
              <a:t>18.7 %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0800" y="4600000"/>
            <a:ext cx="22292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2B39"/>
                </a:solidFill>
                <a:latin typeface="Aptos"/>
              </a:rPr>
              <a:t>were assaults on a woman's modesty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00800" y="5160000"/>
            <a:ext cx="2229200" cy="2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0800" y="5160000"/>
            <a:ext cx="416860" cy="20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0800" y="5390000"/>
            <a:ext cx="22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share of all 4,45,256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720000"/>
            <a:ext cx="50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Source: NCRB, Crime in India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feels another person's touch. In Guard Mode, a stranger's grab, or her struggling to get free, starts a 15 s PIN countdown and turns the mic on. No PIN sends SMS, GPS and the voice recording, and calls 112.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value is traced to a published source (60 logged),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frequency sweeps, body static at 500 Hz, accelerometer, gyroscope and heart rate.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try-it mode: grabs, struggle, running,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Values from 60 published sources.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70 % of grabs over 7 body places (13 % before), 99 % of struggles; 0–1 unwanted prompts in 9 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a shoulder grab. The sweep stays near 0.1 %, but the static voltage on her body jumps when another body touches her, arm jerks follow, and the watch asks for the PIN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503919" y="2331720"/>
            <a:ext cx="2606040" cy="2352254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 + explorer: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electrode, ADS1115, motion sensor, heart-rate sensor, mic.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and struggle-motion thresholds are estimates; a grab that only holds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staged-struggle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