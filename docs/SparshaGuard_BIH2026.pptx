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Demo" Type="http://schemas.openxmlformats.org/officeDocument/2006/relationships/image" Target="../media/demo_watch.png"/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498079" cy="7315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4200" b="1">
                <a:solidFill>
                  <a:srgbClr val="191B5C"/>
                </a:solidFill>
                <a:latin typeface="Aptos"/>
              </a:rPr>
              <a:t>BHARATH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9692640" cy="6583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3000" b="1">
                <a:solidFill>
                  <a:srgbClr val="5B2278"/>
                </a:solidFill>
                <a:latin typeface="Aptos"/>
              </a:rPr>
              <a:t>INNOVATE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063240"/>
            <a:ext cx="768096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1">
                <a:solidFill>
                  <a:srgbClr val="696775"/>
                </a:solidFill>
                <a:latin typeface="Aptos"/>
              </a:rPr>
              <a:t>BIH2026  |  PROJECT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675887"/>
            <a:ext cx="6949440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3977639"/>
            <a:ext cx="768096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300" b="1">
                <a:solidFill>
                  <a:srgbClr val="191B5C"/>
                </a:solidFill>
                <a:latin typeface="Aptos"/>
              </a:rPr>
              <a:t>SparshaGuard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75895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600" b="0">
                <a:solidFill>
                  <a:srgbClr val="696775"/>
                </a:solidFill>
                <a:latin typeface="Aptos"/>
              </a:rPr>
              <a:t>A safety smartwatch where a stranger's touch raises the alarm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1600200"/>
            <a:ext cx="2514600" cy="306324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408" y="1847088"/>
            <a:ext cx="21031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5B2278"/>
                </a:solidFill>
                <a:latin typeface="Aptos"/>
              </a:rPr>
              <a:t>TEAM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395728"/>
            <a:ext cx="210312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700" b="1">
                <a:solidFill>
                  <a:srgbClr val="191B5C"/>
                </a:solidFill>
                <a:latin typeface="Aptos"/>
              </a:rPr>
              <a:t>Team Sparsha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2944368"/>
            <a:ext cx="2103120" cy="64008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8" y="384048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Mentor: Dr. Shruthi 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694944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EMATIX  •  Connecting Today, Tomorrow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6446520"/>
            <a:ext cx="31546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  <a:latin typeface="Aptos"/>
              </a:rPr>
              <a:t>github.com/Bhajanth13/SparshaGuard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A23FA03-9B86-7AA0-E5ED-DDCB2A4E20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310896"/>
            <a:ext cx="3038168" cy="9692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Problem Statement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169164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Problem definition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Every personal safety alert today (SOS apps, panic buttons) needs the victim to act first.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An attack rarely allows that.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No wearable raises an alarm on its own when another person touches her.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37360"/>
            <a:ext cx="534924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0" y="1737360"/>
            <a:ext cx="68580" cy="169164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84708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Who is affected?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12848"/>
            <a:ext cx="5029200" cy="112471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walking alone at night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Commuters in crowded buses and metros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Women riding cabs and autos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The families waiting for them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" y="3703320"/>
            <a:ext cx="68580" cy="224028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59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Current limitations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178808"/>
            <a:ext cx="5029200" cy="16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SOS apps and panic buttons need a deliberate action</a:t>
            </a:r>
          </a:p>
          <a:p>
            <a:pPr algn="l" marL="228600" indent="-228600">
              <a:buFont typeface="Arial"/>
              <a:buChar char="•"/>
            </a:pPr>
            <a:r>
              <a:rPr sz="1400" b="0">
                <a:solidFill>
                  <a:srgbClr val="2D2B39"/>
                </a:solidFill>
                <a:latin typeface="Aptos"/>
              </a:rPr>
              <a:t>Fall and heart-rate alerts on wearables can't tell a stranger's grab from daily movement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3492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703320"/>
            <a:ext cx="68580" cy="22402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381304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Evidence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242AFD82-37DE-0EEE-E049-DC9F97B992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400800" y="416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Crimes against women registered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54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20800" y="4540000"/>
            <a:ext cx="1442803" cy="230000"/>
          </a:xfrm>
          <a:prstGeom prst="rect">
            <a:avLst/>
          </a:prstGeom>
          <a:solidFill>
            <a:srgbClr val="9A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603" y="454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4,28,278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00000"/>
            <a:ext cx="42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2022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20800" y="4900000"/>
            <a:ext cx="1500000" cy="23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0800" y="49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2D2B39"/>
                </a:solidFill>
                <a:latin typeface="Aptos"/>
              </a:rPr>
              <a:t>4,45,256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290000"/>
            <a:ext cx="256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6A78"/>
                </a:solidFill>
                <a:latin typeface="Aptos"/>
              </a:rPr>
              <a:t>+4 % in one year: about 51 every hour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00800" y="4120000"/>
            <a:ext cx="2229200" cy="4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5B2278"/>
                </a:solidFill>
                <a:latin typeface="Aptos"/>
              </a:rPr>
              <a:t>18.7 %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00800" y="4600000"/>
            <a:ext cx="22292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D2B39"/>
                </a:solidFill>
                <a:latin typeface="Aptos"/>
              </a:rPr>
              <a:t>were assaults on a woman's modesty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00800" y="5160000"/>
            <a:ext cx="2229200" cy="2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0800" y="5160000"/>
            <a:ext cx="416860" cy="20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0800" y="5390000"/>
            <a:ext cx="22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share of all 4,45,256 cases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720000"/>
            <a:ext cx="50292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Source: NCRB, Crime in India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Proposed 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676656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194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644652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Solution 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6446520" cy="150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Touch-detecting smartwatch: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senses another person's touch on her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Normal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an everyday watch; touches raise no alarm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Guard Mode: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a stranger's grab or a struggle starts a 15 s PIN countdown; mic on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Real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cancels the alert and deletes the recording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Duress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shows "Cancelled" but alerts her contact silently</a:t>
            </a:r>
          </a:p>
          <a:p>
            <a:pPr marL="228600" indent="-228600">
              <a:buFont typeface="Arial"/>
              <a:buChar char="•"/>
            </a:pPr>
            <a:r>
              <a:rPr lang="en-IN" sz="1400" b="1">
                <a:solidFill>
                  <a:srgbClr val="2D2B39"/>
                </a:solidFill>
                <a:latin typeface="Aptos"/>
                <a:cs typeface="Aptos"/>
              </a:rPr>
              <a:t>No PIN: </a:t>
            </a: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SMS + GPS + voice recording sent, 112 called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35240" y="1737360"/>
            <a:ext cx="393192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635240" y="1737360"/>
            <a:ext cx="68580" cy="2194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18119" y="1847088"/>
            <a:ext cx="36118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Key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19" y="2212848"/>
            <a:ext cx="3611879" cy="126187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500" b="0">
                <a:solidFill>
                  <a:srgbClr val="2D2B39"/>
                </a:solidFill>
                <a:latin typeface="Aptos"/>
              </a:rPr>
              <a:t>Two bodies share static charge the instant they touch. The watch feels that jump, so her own hand, a metal pole or a phone never count as a person.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39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KEY BENEFITS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5800" y="4663440"/>
            <a:ext cx="68580" cy="10515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01  Hands-free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No phone, no button: she only acts to cancel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80560" y="4663440"/>
            <a:ext cx="68580" cy="10515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02  Discreet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A duress PIN looks like a normal cancel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663440"/>
            <a:ext cx="34747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275320" y="4663440"/>
            <a:ext cx="68580" cy="105156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200" y="4773168"/>
            <a:ext cx="3154679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03  Grounded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5138927"/>
            <a:ext cx="3154679" cy="484631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Physics from 60 sources, checked with SPICE + FastCap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8CDA1B1-793F-FBFC-429B-CC538C335C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24464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Architecture &amp; 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64208"/>
            <a:ext cx="274320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300" b="1">
                <a:solidFill>
                  <a:srgbClr val="5B2278"/>
                </a:solidFill>
                <a:latin typeface="Aptos"/>
              </a:rPr>
              <a:t>SYSTEM FLOW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SENSE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Touch, static, motion, heart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Another body, pulling or struggle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56248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DECIDE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PIN · duress · strap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248" y="2468880"/>
            <a:ext cx="384048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200" b="1">
                <a:solidFill>
                  <a:srgbClr val="FFC41E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115568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36607" y="2304288"/>
            <a:ext cx="2103120" cy="256032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ALERT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6607" y="2651760"/>
            <a:ext cx="210312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200" b="0">
                <a:solidFill>
                  <a:srgbClr val="696775"/>
                </a:solidFill>
                <a:latin typeface="Aptos"/>
              </a:rPr>
              <a:t>SMS · GPS · voice · 112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3794760"/>
            <a:ext cx="68580" cy="173736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Technology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270248"/>
            <a:ext cx="493776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Sensing: </a:t>
            </a:r>
            <a:r>
              <a:rPr sz="1400" b="0">
                <a:solidFill>
                  <a:srgbClr val="2D2B39"/>
                </a:solidFill>
                <a:latin typeface="Aptos"/>
              </a:rPr>
              <a:t>Touché sweep, static channel, accelerometer, gyroscope, heart rate, mic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Model: </a:t>
            </a:r>
            <a:r>
              <a:rPr sz="1400" b="0">
                <a:solidFill>
                  <a:srgbClr val="2D2B39"/>
                </a:solidFill>
                <a:latin typeface="Aptos"/>
              </a:rPr>
              <a:t>Python (NumPy, SciPy), SVM, random forest</a:t>
            </a:r>
          </a:p>
          <a:p>
            <a:pPr algn="l"/>
            <a:r>
              <a:rPr sz="1400" b="1">
                <a:solidFill>
                  <a:srgbClr val="2D2B39"/>
                </a:solidFill>
                <a:latin typeface="Aptos"/>
              </a:rPr>
              <a:t xml:space="preserve">Checks: </a:t>
            </a:r>
            <a:r>
              <a:rPr sz="1400" b="0">
                <a:solidFill>
                  <a:srgbClr val="2D2B39"/>
                </a:solidFill>
                <a:latin typeface="Aptos"/>
              </a:rPr>
              <a:t xml:space="preserve">ngspice, MIT FastCap  ·  </a:t>
            </a:r>
            <a:r>
              <a:rPr sz="1400" b="1">
                <a:solidFill>
                  <a:srgbClr val="2D2B39"/>
                </a:solidFill>
                <a:latin typeface="Aptos"/>
              </a:rPr>
              <a:t xml:space="preserve">Demo: </a:t>
            </a:r>
            <a:r>
              <a:rPr sz="1400" b="0">
                <a:solidFill>
                  <a:srgbClr val="2D2B39"/>
                </a:solidFill>
                <a:latin typeface="Aptos"/>
              </a:rPr>
              <a:t>HTML / JS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794760"/>
            <a:ext cx="525780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3794760"/>
            <a:ext cx="68580" cy="173736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3904488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Why these technologies?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70248"/>
            <a:ext cx="4937760" cy="1250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Low-cost parts, battery-powered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Every decision made on the watch itself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Each value traced to a published source (60 logged)</a:t>
            </a:r>
          </a:p>
          <a:p>
            <a:pPr marL="228600" indent="-228600">
              <a:buFont typeface="Arial"/>
              <a:buChar char="•"/>
            </a:pPr>
            <a:r>
              <a:rPr lang="en-IN" sz="1400" b="0">
                <a:solidFill>
                  <a:srgbClr val="2D2B39"/>
                </a:solidFill>
                <a:latin typeface="Aptos"/>
                <a:cs typeface="Aptos"/>
              </a:rPr>
              <a:t>Physics cross-checked by two solvers (ngspice, FastCap)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8E86637-C615-FC3B-0E6F-0AA6FAA44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Prototype &amp;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68580" cy="429768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01 · Digital twin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Real firmware, simulated body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Sweep, static, motion, heart rate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Try grabs, struggle, PIN, duress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Feature 02 · Validated physics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published sources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Checked: SPICE, FastCap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70 % of grabs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Catches 99 % of struggles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prompts in 9 hours</a:t>
            </a:r>
          </a:p>
          <a:p>
            <a:pPr>
              <a:spcBef>
                <a:spcPts val="1400"/>
              </a:spcBef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Try it</a:t>
            </a:r>
          </a:p>
          <a:p>
            <a:pPr>
              <a:buNone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bhajanth13.github.io/SparshaGuard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1800" y="1737360"/>
            <a:ext cx="327600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161800" y="1737360"/>
            <a:ext cx="68580" cy="429768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4680" y="1847088"/>
            <a:ext cx="2930240" cy="409768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>
              <a:buNone/>
            </a:pPr>
            <a:r>
              <a:rPr lang="en-IN" sz="1300" b="1">
                <a:solidFill>
                  <a:srgbClr val="191B5C"/>
                </a:solidFill>
                <a:latin typeface="Aptos"/>
                <a:cs typeface="Aptos"/>
              </a:rPr>
              <a:t>What the screenshot shows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Moment: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stranger's wrist grab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Watch: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PIN prompt, mic on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Signal: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0.1 % → 16 %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Dashed line: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0.3 % touch level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Static: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"another body" jump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Orange ticks: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arm jerks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No PIN in 15 s: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 sent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7800" y="1737360"/>
            <a:ext cx="3883640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20680" y="1797360"/>
            <a:ext cx="351788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SCREENSHOT · DIGITAL TWIN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3CD1D4-3436-94EE-3465-AD79359F22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pic>
        <p:nvPicPr>
          <p:cNvPr id="26" name="Demo screenshot" descr="s5_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6491" y="2067360"/>
            <a:ext cx="3606258" cy="374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Feasibility &amp; Risk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28600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Technical feasibility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Effective: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70 % of grabs caught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Usable: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hands-free, PIN to cancel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Efficient: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all on-watch, on battery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Reliable: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0–1 false alarms in 9 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1">
                <a:solidFill>
                  <a:srgbClr val="2D2B39"/>
                </a:solidFill>
                <a:latin typeface="Aptos"/>
                <a:cs typeface="Aptos"/>
              </a:rPr>
              <a:t>Trustworthy: </a:t>
            </a: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60 cited sources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28600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Operational viability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Battery-powered; all decisions on the watch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Alerts over 4G LTE Cat-1 (2G is being shut down)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28600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Market viability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12848"/>
            <a:ext cx="3200400" cy="176600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Women commuters: bus, metro, cab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Students, night-shift workers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Families wanting peace of mind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Edge: no SOS button to press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" y="4343400"/>
            <a:ext cx="68580" cy="16459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59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Main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Simulated, not yet measured on hardware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Static charge on Indian floors and struggle thresholds are estimates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 grab that only holds, away from the wrist, can be missed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4343400"/>
            <a:ext cx="534924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17920" y="4343400"/>
            <a:ext cx="68580" cy="16459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4453128"/>
            <a:ext cx="50292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Mitigation / fallback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818888"/>
            <a:ext cx="5029200" cy="98755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Gate 1 battery prototype measures body voltages and staged struggles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wrist sensor still catches wrist grabs on its own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The PIN settles friendly touches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18273AC-FA8D-BB98-BE39-D900A13B4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Impact, Business Model &amp;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737360"/>
            <a:ext cx="68580" cy="25603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2212848"/>
            <a:ext cx="3200400" cy="2040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Help is called even when she can't reach her phone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Family and police get her live location and a voice recording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Forced to cancel? The duress PIN still alerts silently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68580" cy="25603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2628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Business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12848"/>
            <a:ext cx="3200400" cy="2040320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Watch sold to individuals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Bulk plans for colleges, hostels and employers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IN" sz="1300" b="0">
                <a:solidFill>
                  <a:srgbClr val="2D2B39"/>
                </a:solidFill>
                <a:latin typeface="Aptos"/>
                <a:cs typeface="Aptos"/>
              </a:rPr>
              <a:t>Alert-service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1737360"/>
            <a:ext cx="352044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46720" y="1737360"/>
            <a:ext cx="68580" cy="2560320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847088"/>
            <a:ext cx="32004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Success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434839"/>
            <a:ext cx="365760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400" b="1">
                <a:solidFill>
                  <a:srgbClr val="191B5C"/>
                </a:solidFill>
                <a:latin typeface="Aptos"/>
              </a:rPr>
              <a:t>FUTURE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Validated model + digital twin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1772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Battery prototype, field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937760"/>
            <a:ext cx="347472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5047488"/>
            <a:ext cx="7772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1">
                <a:solidFill>
                  <a:srgbClr val="5B2278"/>
                </a:solidFill>
                <a:latin typeface="Aptos"/>
              </a:rPr>
              <a:t>LATER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5029200"/>
            <a:ext cx="2377440" cy="5029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200" b="0">
                <a:solidFill>
                  <a:srgbClr val="2D2B39"/>
                </a:solidFill>
                <a:latin typeface="Aptos"/>
              </a:rPr>
              <a:t>Audio confirm, college pilot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4D92271-3D80-F7C7-038D-2F0283A685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0" y="2170000"/>
            <a:ext cx="3200400" cy="2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Bar = today's simulation   </a:t>
            </a:r>
            <a:r>
              <a:rPr sz="1100" b="1">
                <a:solidFill>
                  <a:srgbClr val="5B2278"/>
                </a:solidFill>
                <a:latin typeface="Aptos"/>
              </a:rPr>
              <a:t>|</a:t>
            </a:r>
            <a:r>
              <a:rPr sz="1000" b="0">
                <a:solidFill>
                  <a:srgbClr val="6B6A78"/>
                </a:solidFill>
                <a:latin typeface="Aptos"/>
              </a:rPr>
              <a:t> = Gate 1 goal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430000"/>
            <a:ext cx="17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Wrist grabs caught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000" y="243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99 %</a:t>
            </a:r>
            <a:r>
              <a:rPr sz="1000" b="0">
                <a:solidFill>
                  <a:srgbClr val="6B6A78"/>
                </a:solidFill>
                <a:latin typeface="Aptos"/>
              </a:rPr>
              <a:t>  (goal 90 %)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2675000"/>
            <a:ext cx="3200400" cy="1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2675000"/>
            <a:ext cx="3168396" cy="10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095960" y="2630000"/>
            <a:ext cx="28000" cy="19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2870000"/>
            <a:ext cx="17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Grabs anywhere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000" y="2870000"/>
            <a:ext cx="15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70 %</a:t>
            </a:r>
            <a:r>
              <a:rPr sz="1000" b="0">
                <a:solidFill>
                  <a:srgbClr val="6B6A78"/>
                </a:solidFill>
                <a:latin typeface="Aptos"/>
              </a:rPr>
              <a:t>  (goal 60 %)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29600" y="3115000"/>
            <a:ext cx="3200400" cy="100000"/>
          </a:xfrm>
          <a:prstGeom prst="rect">
            <a:avLst/>
          </a:prstGeom>
          <a:solidFill>
            <a:srgbClr val="E6E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0" y="3115000"/>
            <a:ext cx="2240280" cy="100000"/>
          </a:xfrm>
          <a:prstGeom prst="rect">
            <a:avLst/>
          </a:prstGeom>
          <a:solidFill>
            <a:srgbClr val="191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35840" y="3070000"/>
            <a:ext cx="28000" cy="190000"/>
          </a:xfrm>
          <a:prstGeom prst="rect">
            <a:avLst/>
          </a:prstGeom>
          <a:solidFill>
            <a:srgbClr val="5B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3330000"/>
            <a:ext cx="15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Unwanted prompts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0000" y="33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0–1 in 9 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3530000"/>
            <a:ext cx="32004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goal &lt; 1 a day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0" y="3730000"/>
            <a:ext cx="15004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D2B39"/>
                </a:solidFill>
                <a:latin typeface="Aptos"/>
              </a:rPr>
              <a:t>Alert sent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30000" y="3730000"/>
            <a:ext cx="1700000" cy="2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191B5C"/>
                </a:solidFill>
                <a:latin typeface="Aptos"/>
              </a:rPr>
              <a:t>after the 15 s PIN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3930000"/>
            <a:ext cx="320040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B6A78"/>
                </a:solidFill>
                <a:latin typeface="Aptos"/>
              </a:rPr>
              <a:t>goal ≤ 20 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57400" y="256032"/>
            <a:ext cx="722376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000" b="1">
                <a:solidFill>
                  <a:srgbClr val="191B5C"/>
                </a:solidFill>
                <a:latin typeface="Aptos"/>
              </a:rPr>
              <a:t>BHARATH INNOVATE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256032"/>
            <a:ext cx="548640" cy="27432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1100" b="1">
                <a:solidFill>
                  <a:srgbClr val="5B2278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868680"/>
            <a:ext cx="10881360" cy="47548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2500" b="1">
                <a:solidFill>
                  <a:srgbClr val="191B5C"/>
                </a:solidFill>
                <a:latin typeface="Aptos"/>
              </a:rPr>
              <a:t>Team &amp; Responsibilities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658368" cy="41148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382512"/>
            <a:ext cx="685800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900" b="1">
                <a:solidFill>
                  <a:srgbClr val="696775"/>
                </a:solidFill>
                <a:latin typeface="Aptos"/>
              </a:rPr>
              <a:t>Innovate  |  Build  |  Solve  |  A Stronger Bharat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6382512"/>
            <a:ext cx="324612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r"/>
            <a:r>
              <a:rPr sz="900" b="0">
                <a:solidFill>
                  <a:srgbClr val="696775"/>
                </a:solidFill>
                <a:latin typeface="Aptos"/>
              </a:rPr>
              <a:t>Team Sparsha  •  RV University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Bhajanth 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28800"/>
            <a:ext cx="521208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21488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191B5C"/>
                </a:solidFill>
                <a:latin typeface="Aptos"/>
              </a:rPr>
              <a:t>MEMBER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060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400" b="1">
                <a:solidFill>
                  <a:srgbClr val="5B2278"/>
                </a:solidFill>
                <a:latin typeface="Aptos"/>
              </a:rPr>
              <a:t>Sukruth A Chinnur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100" b="0">
                <a:solidFill>
                  <a:srgbClr val="696775"/>
                </a:solidFill>
                <a:latin typeface="Aptos"/>
              </a:rPr>
              <a:t>Co-developer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85800" y="4160520"/>
            <a:ext cx="68580" cy="1188720"/>
          </a:xfrm>
          <a:prstGeom prst="rect">
            <a:avLst/>
          </a:prstGeom>
          <a:solidFill>
            <a:srgbClr val="5B2278"/>
          </a:solidFill>
          <a:ln>
            <a:solidFill>
              <a:srgbClr val="5B22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Mentor / institution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Dr. Shruthi P, Faculty Mentor</a:t>
            </a:r>
          </a:p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RV University, Mysuru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160520"/>
            <a:ext cx="5212080" cy="1188720"/>
          </a:xfrm>
          <a:prstGeom prst="roundRect">
            <a:avLst/>
          </a:prstGeom>
          <a:solidFill>
            <a:srgbClr val="FFFFFF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17920" y="4160520"/>
            <a:ext cx="68580" cy="1188720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270248"/>
            <a:ext cx="4892040" cy="32004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l"/>
            <a:r>
              <a:rPr sz="1500" b="1">
                <a:solidFill>
                  <a:srgbClr val="191B5C"/>
                </a:solidFill>
                <a:latin typeface="Aptos"/>
              </a:rPr>
              <a:t>Execution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636008"/>
            <a:ext cx="4892040" cy="621792"/>
          </a:xfrm>
          <a:prstGeom prst="rect">
            <a:avLst/>
          </a:prstGeom>
          <a:noFill/>
        </p:spPr>
        <p:txBody>
          <a:bodyPr wrap="square" lIns="54864" tIns="18288" rIns="54864" bIns="18288" anchor="t">
            <a:spAutoFit/>
          </a:bodyPr>
          <a:lstStyle/>
          <a:p>
            <a:pPr algn="l"/>
            <a:r>
              <a:rPr sz="1300" b="0">
                <a:solidFill>
                  <a:srgbClr val="2D2B39"/>
                </a:solidFill>
                <a:latin typeface="Aptos"/>
              </a:rPr>
              <a:t>Proposal → sourced physics → SPICE and FastCap checks → digital twin → static-charge fusion → Gate 1 prototype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EE4E774-0996-A8C0-7234-569673F7F7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C41E"/>
          </a:solidFill>
          <a:ln>
            <a:solidFill>
              <a:srgbClr val="FFC4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10698480" cy="8229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4200" b="1">
                <a:solidFill>
                  <a:srgbClr val="191B5C"/>
                </a:solidFill>
                <a:latin typeface="Apto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45720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2300" b="1">
                <a:solidFill>
                  <a:srgbClr val="5B2278"/>
                </a:solidFill>
                <a:latin typeface="Aptos"/>
              </a:rPr>
              <a:t>SparshaGuard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698480" cy="365760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600" b="0">
                <a:solidFill>
                  <a:srgbClr val="696775"/>
                </a:solidFill>
                <a:latin typeface="Aptos"/>
              </a:rPr>
              <a:t>Questions • Feedback • Collaboration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4160520"/>
            <a:ext cx="6720840" cy="822960"/>
          </a:xfrm>
          <a:prstGeom prst="roundRect">
            <a:avLst/>
          </a:prstGeom>
          <a:solidFill>
            <a:srgbClr val="FAF9FC"/>
          </a:solidFill>
          <a:ln>
            <a:solidFill>
              <a:srgbClr val="E2DE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361688"/>
            <a:ext cx="6355080" cy="38404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Live: bhajanth13.github.io/SparshaGuard</a:t>
            </a:r>
          </a:p>
          <a:p>
            <a:pPr algn="ctr"/>
            <a:r>
              <a:rPr sz="1300" b="1">
                <a:solidFill>
                  <a:srgbClr val="191B5C"/>
                </a:solidFill>
                <a:latin typeface="Aptos"/>
              </a:rPr>
              <a:t>Code: github.com/Bhajanth13/SparshaGuard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191B5C"/>
          </a:solidFill>
          <a:ln>
            <a:solidFill>
              <a:srgbClr val="191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10698480" cy="201168"/>
          </a:xfrm>
          <a:prstGeom prst="rect">
            <a:avLst/>
          </a:prstGeom>
          <a:noFill/>
        </p:spPr>
        <p:txBody>
          <a:bodyPr wrap="square" lIns="54864" tIns="18288" rIns="54864" bIns="18288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BHARATH INNOVATE HACKATHON 2026  •  INNOVATE | BUILD | SOLVE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BD285F2-FA50-7D9A-0841-712837BDA0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524" b="12718"/>
          <a:stretch>
            <a:fillRect/>
          </a:stretch>
        </p:blipFill>
        <p:spPr>
          <a:xfrm>
            <a:off x="314632" y="203980"/>
            <a:ext cx="1742768" cy="5559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622</Words>
  <Application>Microsoft Office PowerPoint</Application>
  <PresentationFormat>Widescreen</PresentationFormat>
  <Paragraphs>132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BIH2026 Simple Presentation Template with EMATIX Logo</dc:title>
  <dc:subject>Simple, clean, editable hackathon project presentation</dc:subject>
  <dc:creator>EMATIX Embedded &amp; Software Solutions Pvt. Ltd.</dc:creator>
  <cp:keywords/>
  <dc:description>generated using python-pptx</dc:description>
  <cp:lastModifiedBy>Saran .S</cp:lastModifiedBy>
  <cp:revision>2</cp:revision>
  <dcterms:created xsi:type="dcterms:W3CDTF">2013-01-27T09:14:16Z</dcterms:created>
  <dcterms:modified xsi:type="dcterms:W3CDTF">2026-10-13T04:11:04Z</dcterms:modified>
  <cp:category/>
</cp:coreProperties>
</file>